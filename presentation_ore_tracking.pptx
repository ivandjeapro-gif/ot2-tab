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ORE Tracking — Suivre le minerai, même hors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1F2430"/>
                </a:solidFill>
              </a:rPr>
              <a:t>–  Le besoin terrain : tracer le minerai du blast jusqu'à la dumping area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F2430"/>
                </a:solidFill>
              </a:rPr>
              <a:t>•  Site minier : réseau cellulaire instable, papier et radios — aucune traçabilité fiable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F2430"/>
                </a:solidFill>
              </a:rPr>
              <a:t>•  Conséquences : erreurs de destination, re-saisies, litiges de comptabilité minière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F2430"/>
                </a:solidFill>
              </a:rPr>
              <a:t>•  ORE Tracking = 3 tablettes durcies + un serveur, conçues pour travailler SANS réseau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2430"/>
                </a:solidFill>
              </a:rPr>
              <a:t>–  Principe directeur : « rien ne se perd, tout se rejoue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A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La solution : 3 tablettes, 1 serveur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47472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E88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000" b="1">
                <a:solidFill>
                  <a:srgbClr val="E8871E"/>
                </a:solidFill>
              </a:rPr>
              <a:t>TAB 1 — Spotter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F2430"/>
                </a:solidFill>
              </a:rPr>
              <a:t>Saisit le blast : blocs, lignes, photos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37360"/>
            <a:ext cx="347472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72C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000" b="1">
                <a:solidFill>
                  <a:srgbClr val="72C877"/>
                </a:solidFill>
              </a:rPr>
              <a:t>TAB 2 — DT (camion)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F2430"/>
                </a:solidFill>
              </a:rPr>
              <a:t>Passerelle : reçoit tout, relaie au serveur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1737360"/>
            <a:ext cx="347472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000" b="1">
                <a:solidFill>
                  <a:srgbClr val="E53935"/>
                </a:solidFill>
              </a:rPr>
              <a:t>TAB 3 — Excavatrice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F2430"/>
                </a:solidFill>
              </a:rPr>
              <a:t>Position GPS du point de chargement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Le DT est le pivot : point d'accès Wi-Fi pour le spotter, passerelle BLE pour l'excavatrice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Chaque tablette garde sa base SQLite locale : l'application fonctionne intégralement hors ligne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Trois liens, un seul objectif : ne jamais perdre une donnée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BLE (Bluetooth) — excavatrice → DT : positions GPS continues, faible consommation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Wi-Fi hotspot — spotter → DT : le blast complet (lignes + photos) transmis au verrouillage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4G — DT → serveur : synchronisation en tâche de fond dès que le réseau revient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F2430"/>
                </a:solidFill>
              </a:rPr>
              <a:t>•  File PENDING persistante : chaque événement attend son accusé de réception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F2430"/>
                </a:solidFill>
              </a:rPr>
              <a:t>•  Reconnexions automatiques + retransmission de la file : une coupure n'est jamais une perte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F2430"/>
                </a:solidFill>
              </a:rPr>
              <a:t>•  Idempotence : rejouer un envoi ne duplique rien côté serveur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A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L'application aujourd'hui (captures)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Écran Spotter : saisie du blast, photo du bloc, verrouillage puis envoi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Écran DT : carte de suivi, destination reçue du serveur, alerte hors-parcours (40 m)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Voyants temps réel : 4G — BLE — Wi-Fi — GPS, chacun rouge / orange / vert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</a:rPr>
              <a:t>–  Barre du bas : flèche animée = envoi vers le DT en cours ; nuage animé = synchro serveur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430"/>
                </a:solidFill>
              </a:rPr>
              <a:t>•  [INSÉRER ICI : capture écran DT]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2430"/>
                </a:solidFill>
              </a:rPr>
              <a:t>•  [INSÉRER ICI : capture écran spotter]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Fiabilité : testée avant d'être déployée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Architecture injectable : le même code tourne sur un banc simulé ou sur les vraies piles réseau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82 tests verts : protocole, fragmentation TCP, coupures, migrations base, file PENDING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Transports réels validés en boucle locale : handshake + ACK bout en bout, JSON fragmenté réassemblé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SQLite migrations idempotentes : un crash pendant une mise à jour ne corrompt rien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F2430"/>
                </a:solidFill>
              </a:rPr>
              <a:t>•  Web &amp; Windows : la même base tourne sur tablette, navigateur et PC (développement)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A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430"/>
                </a:solidFill>
              </a:rP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926080" cy="38100"/>
          </a:xfrm>
          <a:prstGeom prst="rect">
            <a:avLst/>
          </a:prstGeom>
          <a:solidFill>
            <a:srgbClr val="EDC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Validation sur tablettes réelles : BLE + Wi-Fi entre deux appareils Android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Barre de trajet branchée sur le GPS réel (aujourd'hui simulée côté affichage)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GPS externe USB-C : voyant en place, récepteur à tester sur le camion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F2430"/>
                </a:solidFill>
              </a:rPr>
              <a:t>•  Détection d'écart déjà réelle : alerte si le DT sort de 40 m du parcours pendant 15 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430"/>
                </a:solidFill>
              </a:rPr>
              <a:t>–  Merci — questions ?  |  ORE Tracking · Lafigue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162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